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frame: this is a conversation between a legacy kitchen and an operating system built around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Establish respect first. The brand is not the thing being fixed — it is the thing being protected.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operating worlds already run under one name. Today each one is managed separately.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a criticism — a consequence of growth. Information lives in seven places, so the answer depends on who you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idea: one record of the evening, written once as it happens, read by every station.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Product, station one. The floor is the manager's map — status at a glance, no asking around.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two: the order is taken once, at the table, and it is already in the kitchen.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three: the kitchen sees the queue, not a pile of chits. Timers are the only pressure indicator.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four: GST-correct billing, and settling the bill is what frees the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the owner sees without calling anyone: the evening as it stands, and the patterns behind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Trust and control. Every override carries a name, a time and a reason — retrieved in seconds, not argued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system carries the second and third outlet. Nothing has to be rebuilt to grow.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Catering is a different operation with the same spine. This is where the system stops being a 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Hero diagram. The brand stays at the centre; Verity is the layer underneath, not the face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Sequencing, not promises. Nothing in NEXT or LATER is claimed as built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De-risk the decision: the restaurant never stops, and we can hold at any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respect: the food and the standard are untouched. Only the machinery around them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jpeg"/><Relationship Id="rId3" Type="http://schemas.openxmlformats.org/officeDocument/2006/relationships/image" Target="../media/image-13-3.jpeg"/><Relationship Id="rId4" Type="http://schemas.openxmlformats.org/officeDocument/2006/relationships/image" Target="../media/image-1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2026-09-02T22:18:34Z</dcterms:created>
  <dcterms:modified xsi:type="dcterms:W3CDTF">2026-09-02T22:18:34Z</dcterms:modified>
</cp:coreProperties>
</file>